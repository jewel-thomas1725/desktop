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unknown"/>
  <Override PartName="/ppt/media/image9.jpg" ContentType="image/unknown"/>
  <Override PartName="/ppt/media/image11.jpg" ContentType="image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CDEE-FE56-1DF1-71B7-3EFC706C9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7D31F-9629-A6C6-03DB-AB3557518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8B788-CAFF-FA47-C2C6-D922E2F8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9D317-757B-B26D-0A44-0A390E44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C866C-F6CB-5174-1147-4917DF54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62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BB0C-608D-267B-7157-85847805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CDDB4-F6B2-F964-C807-C4A8A4EE7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7840B-5FAE-4BB3-C262-55CC3012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087E2-A358-6EB9-0416-10E0BF53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A5606-B380-497E-87CB-2DA10593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13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A5B2-9973-61F0-FB92-D22A3404C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DB3FC-1EC8-3357-E71B-9D0F1DF56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31FCF-42C8-031D-DE84-96569EEB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BD4EC-3AA5-03E1-4F0A-0582BAA6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D789A-0FE5-955D-2B58-70DFAA4E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60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453C-C853-08F9-BCFB-181D2572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66354-E465-70C7-8559-B37661D6A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FDF1D-A998-33D9-2C9D-F947D2E92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F30A8-574E-B8DA-C52A-CF1CD9E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4CEE0-2179-05A8-6A38-732D777E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ACF01-A234-6D18-1F4E-03D91EA9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02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C95C-B87B-81F4-C86F-9F008487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F47F0-B34F-733D-1854-682962BDB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3D05C-D053-AC5E-6C0A-84046AA36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132ED-E6A6-45A9-67D6-FA9A760D5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137FB-E9A9-588D-F7DA-9528CE412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35939-6296-5728-D5C5-FB72E816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8F93D-B447-F947-E75B-26E86E98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44665-91DF-183A-9582-DB1CACF0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69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4530-EF9D-1511-4A13-4BE442FC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0DE13-80CE-A5D5-2EDF-D73A604D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15770-6765-864C-8CDB-13EF1469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83FCD-9F9F-A806-5196-105AA2C7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31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345E4-90E9-5433-EA94-EEF6BD34C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1EF35-BC48-2D7D-DD2C-13DEAC75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1BAA5-3783-6260-A04B-33DD2904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8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8222-F57B-A55B-BA79-2C3807A7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02EB-A89D-759C-70AB-E8665AA9B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4006-6B88-02D0-E25A-DAFDA0E46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F0A4F-96E3-9AD4-DF10-1DBE8E5C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EA0F6-F569-8AC3-8A9D-2EDC3D53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2CDFB-E2D0-DBBC-AA4F-32AA6C6D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08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956E-550F-2296-FB10-20283C3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7BCD5-DDBF-222D-47B3-F306AC7DC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CC3D8-CFE9-E9C2-BED0-32024B2DA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CE136-0929-3237-15BE-36F9DE52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F3285-76D2-38E8-A7C2-2197B394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9DAF1-DE25-0AEC-63A4-41C4C7B4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00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3D92-6F10-6A5D-9F7E-49A420CF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09D9A-407F-8D20-4408-71F9A5E5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ACF20-75A4-BAE7-7D24-3EBCB855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E7B51-B34D-0814-4E24-3182AE53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447B3-EDC3-F8CE-7A44-AA96B025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95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BCB23-90F5-A477-5694-B2347F501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B04DB-F1AA-417A-8434-E467B1458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46D84-ADDC-2F0D-5504-91D7ADB7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6DBF4-130F-1542-283D-924F8D9E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A28BE-D478-460C-1153-E63E5DF0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88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E698D-B885-C0B6-E9C8-E4A91189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05D02-FEE8-D351-7DD1-51E13B8D5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C06A3-1D8D-DE8B-6FEB-EDB23B71E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A75AF-AF9F-4E50-A54C-35880E5801EC}" type="datetimeFigureOut">
              <a:rPr lang="en-IN" smtClean="0"/>
              <a:t>11-10-2024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00973-9A92-AD68-CC33-767FFAD75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9E891-2351-BA25-EC23-6D5EE426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43F48-02BB-4F72-B0BC-236D19C9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84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B0328F-AEB0-CAB0-B301-33C4992B697A}"/>
              </a:ext>
            </a:extLst>
          </p:cNvPr>
          <p:cNvSpPr/>
          <p:nvPr/>
        </p:nvSpPr>
        <p:spPr>
          <a:xfrm>
            <a:off x="5154585" y="-1675983"/>
            <a:ext cx="7812463" cy="10625974"/>
          </a:xfrm>
          <a:custGeom>
            <a:avLst/>
            <a:gdLst>
              <a:gd name="connsiteX0" fmla="*/ 3059478 w 7812463"/>
              <a:gd name="connsiteY0" fmla="*/ 8022735 h 10625974"/>
              <a:gd name="connsiteX1" fmla="*/ 4752985 w 7812463"/>
              <a:gd name="connsiteY1" fmla="*/ 8022735 h 10625974"/>
              <a:gd name="connsiteX2" fmla="*/ 5403795 w 7812463"/>
              <a:gd name="connsiteY2" fmla="*/ 9324355 h 10625974"/>
              <a:gd name="connsiteX3" fmla="*/ 4752985 w 7812463"/>
              <a:gd name="connsiteY3" fmla="*/ 10625974 h 10625974"/>
              <a:gd name="connsiteX4" fmla="*/ 3059478 w 7812463"/>
              <a:gd name="connsiteY4" fmla="*/ 10625974 h 10625974"/>
              <a:gd name="connsiteX5" fmla="*/ 2408668 w 7812463"/>
              <a:gd name="connsiteY5" fmla="*/ 9324355 h 10625974"/>
              <a:gd name="connsiteX6" fmla="*/ 5468145 w 7812463"/>
              <a:gd name="connsiteY6" fmla="*/ 6721114 h 10625974"/>
              <a:gd name="connsiteX7" fmla="*/ 7161652 w 7812463"/>
              <a:gd name="connsiteY7" fmla="*/ 6721114 h 10625974"/>
              <a:gd name="connsiteX8" fmla="*/ 7812462 w 7812463"/>
              <a:gd name="connsiteY8" fmla="*/ 8022734 h 10625974"/>
              <a:gd name="connsiteX9" fmla="*/ 7161652 w 7812463"/>
              <a:gd name="connsiteY9" fmla="*/ 9324353 h 10625974"/>
              <a:gd name="connsiteX10" fmla="*/ 5468145 w 7812463"/>
              <a:gd name="connsiteY10" fmla="*/ 9324353 h 10625974"/>
              <a:gd name="connsiteX11" fmla="*/ 4817335 w 7812463"/>
              <a:gd name="connsiteY11" fmla="*/ 8022734 h 10625974"/>
              <a:gd name="connsiteX12" fmla="*/ 650810 w 7812463"/>
              <a:gd name="connsiteY12" fmla="*/ 6667861 h 10625974"/>
              <a:gd name="connsiteX13" fmla="*/ 2344317 w 7812463"/>
              <a:gd name="connsiteY13" fmla="*/ 6667861 h 10625974"/>
              <a:gd name="connsiteX14" fmla="*/ 2995127 w 7812463"/>
              <a:gd name="connsiteY14" fmla="*/ 7969481 h 10625974"/>
              <a:gd name="connsiteX15" fmla="*/ 2344317 w 7812463"/>
              <a:gd name="connsiteY15" fmla="*/ 9271100 h 10625974"/>
              <a:gd name="connsiteX16" fmla="*/ 650810 w 7812463"/>
              <a:gd name="connsiteY16" fmla="*/ 9271100 h 10625974"/>
              <a:gd name="connsiteX17" fmla="*/ 0 w 7812463"/>
              <a:gd name="connsiteY17" fmla="*/ 7969481 h 10625974"/>
              <a:gd name="connsiteX18" fmla="*/ 3059478 w 7812463"/>
              <a:gd name="connsiteY18" fmla="*/ 5339614 h 10625974"/>
              <a:gd name="connsiteX19" fmla="*/ 4752985 w 7812463"/>
              <a:gd name="connsiteY19" fmla="*/ 5339614 h 10625974"/>
              <a:gd name="connsiteX20" fmla="*/ 5403795 w 7812463"/>
              <a:gd name="connsiteY20" fmla="*/ 6641234 h 10625974"/>
              <a:gd name="connsiteX21" fmla="*/ 4752985 w 7812463"/>
              <a:gd name="connsiteY21" fmla="*/ 7942853 h 10625974"/>
              <a:gd name="connsiteX22" fmla="*/ 3059478 w 7812463"/>
              <a:gd name="connsiteY22" fmla="*/ 7942853 h 10625974"/>
              <a:gd name="connsiteX23" fmla="*/ 2408668 w 7812463"/>
              <a:gd name="connsiteY23" fmla="*/ 6641234 h 10625974"/>
              <a:gd name="connsiteX24" fmla="*/ 5468146 w 7812463"/>
              <a:gd name="connsiteY24" fmla="*/ 4064620 h 10625974"/>
              <a:gd name="connsiteX25" fmla="*/ 7161653 w 7812463"/>
              <a:gd name="connsiteY25" fmla="*/ 4064620 h 10625974"/>
              <a:gd name="connsiteX26" fmla="*/ 7812463 w 7812463"/>
              <a:gd name="connsiteY26" fmla="*/ 5366240 h 10625974"/>
              <a:gd name="connsiteX27" fmla="*/ 7161653 w 7812463"/>
              <a:gd name="connsiteY27" fmla="*/ 6667859 h 10625974"/>
              <a:gd name="connsiteX28" fmla="*/ 5468146 w 7812463"/>
              <a:gd name="connsiteY28" fmla="*/ 6667859 h 10625974"/>
              <a:gd name="connsiteX29" fmla="*/ 4817336 w 7812463"/>
              <a:gd name="connsiteY29" fmla="*/ 5366240 h 10625974"/>
              <a:gd name="connsiteX30" fmla="*/ 3059482 w 7812463"/>
              <a:gd name="connsiteY30" fmla="*/ 2656494 h 10625974"/>
              <a:gd name="connsiteX31" fmla="*/ 4752989 w 7812463"/>
              <a:gd name="connsiteY31" fmla="*/ 2656494 h 10625974"/>
              <a:gd name="connsiteX32" fmla="*/ 5403799 w 7812463"/>
              <a:gd name="connsiteY32" fmla="*/ 3958114 h 10625974"/>
              <a:gd name="connsiteX33" fmla="*/ 4752989 w 7812463"/>
              <a:gd name="connsiteY33" fmla="*/ 5259732 h 10625974"/>
              <a:gd name="connsiteX34" fmla="*/ 3059482 w 7812463"/>
              <a:gd name="connsiteY34" fmla="*/ 5259732 h 10625974"/>
              <a:gd name="connsiteX35" fmla="*/ 2408672 w 7812463"/>
              <a:gd name="connsiteY35" fmla="*/ 3958114 h 10625974"/>
              <a:gd name="connsiteX36" fmla="*/ 5468145 w 7812463"/>
              <a:gd name="connsiteY36" fmla="*/ 1354874 h 10625974"/>
              <a:gd name="connsiteX37" fmla="*/ 7161652 w 7812463"/>
              <a:gd name="connsiteY37" fmla="*/ 1354874 h 10625974"/>
              <a:gd name="connsiteX38" fmla="*/ 7812462 w 7812463"/>
              <a:gd name="connsiteY38" fmla="*/ 2656494 h 10625974"/>
              <a:gd name="connsiteX39" fmla="*/ 7161652 w 7812463"/>
              <a:gd name="connsiteY39" fmla="*/ 3958113 h 10625974"/>
              <a:gd name="connsiteX40" fmla="*/ 5468145 w 7812463"/>
              <a:gd name="connsiteY40" fmla="*/ 3958113 h 10625974"/>
              <a:gd name="connsiteX41" fmla="*/ 4817335 w 7812463"/>
              <a:gd name="connsiteY41" fmla="*/ 2656494 h 10625974"/>
              <a:gd name="connsiteX42" fmla="*/ 670479 w 7812463"/>
              <a:gd name="connsiteY42" fmla="*/ 1328247 h 10625974"/>
              <a:gd name="connsiteX43" fmla="*/ 2363986 w 7812463"/>
              <a:gd name="connsiteY43" fmla="*/ 1328247 h 10625974"/>
              <a:gd name="connsiteX44" fmla="*/ 3014796 w 7812463"/>
              <a:gd name="connsiteY44" fmla="*/ 2629867 h 10625974"/>
              <a:gd name="connsiteX45" fmla="*/ 2363986 w 7812463"/>
              <a:gd name="connsiteY45" fmla="*/ 3931486 h 10625974"/>
              <a:gd name="connsiteX46" fmla="*/ 670479 w 7812463"/>
              <a:gd name="connsiteY46" fmla="*/ 3931486 h 10625974"/>
              <a:gd name="connsiteX47" fmla="*/ 19669 w 7812463"/>
              <a:gd name="connsiteY47" fmla="*/ 2629867 h 10625974"/>
              <a:gd name="connsiteX48" fmla="*/ 3059481 w 7812463"/>
              <a:gd name="connsiteY48" fmla="*/ 0 h 10625974"/>
              <a:gd name="connsiteX49" fmla="*/ 4752988 w 7812463"/>
              <a:gd name="connsiteY49" fmla="*/ 0 h 10625974"/>
              <a:gd name="connsiteX50" fmla="*/ 5403798 w 7812463"/>
              <a:gd name="connsiteY50" fmla="*/ 1301620 h 10625974"/>
              <a:gd name="connsiteX51" fmla="*/ 4752988 w 7812463"/>
              <a:gd name="connsiteY51" fmla="*/ 2603239 h 10625974"/>
              <a:gd name="connsiteX52" fmla="*/ 3059481 w 7812463"/>
              <a:gd name="connsiteY52" fmla="*/ 2603239 h 10625974"/>
              <a:gd name="connsiteX53" fmla="*/ 2408671 w 7812463"/>
              <a:gd name="connsiteY53" fmla="*/ 1301620 h 1062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812463" h="10625974">
                <a:moveTo>
                  <a:pt x="3059478" y="8022735"/>
                </a:moveTo>
                <a:lnTo>
                  <a:pt x="4752985" y="8022735"/>
                </a:lnTo>
                <a:lnTo>
                  <a:pt x="5403795" y="9324355"/>
                </a:lnTo>
                <a:lnTo>
                  <a:pt x="4752985" y="10625974"/>
                </a:lnTo>
                <a:lnTo>
                  <a:pt x="3059478" y="10625974"/>
                </a:lnTo>
                <a:lnTo>
                  <a:pt x="2408668" y="9324355"/>
                </a:lnTo>
                <a:close/>
                <a:moveTo>
                  <a:pt x="5468145" y="6721114"/>
                </a:moveTo>
                <a:lnTo>
                  <a:pt x="7161652" y="6721114"/>
                </a:lnTo>
                <a:lnTo>
                  <a:pt x="7812462" y="8022734"/>
                </a:lnTo>
                <a:lnTo>
                  <a:pt x="7161652" y="9324353"/>
                </a:lnTo>
                <a:lnTo>
                  <a:pt x="5468145" y="9324353"/>
                </a:lnTo>
                <a:lnTo>
                  <a:pt x="4817335" y="8022734"/>
                </a:lnTo>
                <a:close/>
                <a:moveTo>
                  <a:pt x="650810" y="6667861"/>
                </a:moveTo>
                <a:lnTo>
                  <a:pt x="2344317" y="6667861"/>
                </a:lnTo>
                <a:lnTo>
                  <a:pt x="2995127" y="7969481"/>
                </a:lnTo>
                <a:lnTo>
                  <a:pt x="2344317" y="9271100"/>
                </a:lnTo>
                <a:lnTo>
                  <a:pt x="650810" y="9271100"/>
                </a:lnTo>
                <a:lnTo>
                  <a:pt x="0" y="7969481"/>
                </a:lnTo>
                <a:close/>
                <a:moveTo>
                  <a:pt x="3059478" y="5339614"/>
                </a:moveTo>
                <a:lnTo>
                  <a:pt x="4752985" y="5339614"/>
                </a:lnTo>
                <a:lnTo>
                  <a:pt x="5403795" y="6641234"/>
                </a:lnTo>
                <a:lnTo>
                  <a:pt x="4752985" y="7942853"/>
                </a:lnTo>
                <a:lnTo>
                  <a:pt x="3059478" y="7942853"/>
                </a:lnTo>
                <a:lnTo>
                  <a:pt x="2408668" y="6641234"/>
                </a:lnTo>
                <a:close/>
                <a:moveTo>
                  <a:pt x="5468146" y="4064620"/>
                </a:moveTo>
                <a:lnTo>
                  <a:pt x="7161653" y="4064620"/>
                </a:lnTo>
                <a:lnTo>
                  <a:pt x="7812463" y="5366240"/>
                </a:lnTo>
                <a:lnTo>
                  <a:pt x="7161653" y="6667859"/>
                </a:lnTo>
                <a:lnTo>
                  <a:pt x="5468146" y="6667859"/>
                </a:lnTo>
                <a:lnTo>
                  <a:pt x="4817336" y="5366240"/>
                </a:lnTo>
                <a:close/>
                <a:moveTo>
                  <a:pt x="3059482" y="2656494"/>
                </a:moveTo>
                <a:lnTo>
                  <a:pt x="4752989" y="2656494"/>
                </a:lnTo>
                <a:lnTo>
                  <a:pt x="5403799" y="3958114"/>
                </a:lnTo>
                <a:lnTo>
                  <a:pt x="4752989" y="5259732"/>
                </a:lnTo>
                <a:lnTo>
                  <a:pt x="3059482" y="5259732"/>
                </a:lnTo>
                <a:lnTo>
                  <a:pt x="2408672" y="3958114"/>
                </a:lnTo>
                <a:close/>
                <a:moveTo>
                  <a:pt x="5468145" y="1354874"/>
                </a:moveTo>
                <a:lnTo>
                  <a:pt x="7161652" y="1354874"/>
                </a:lnTo>
                <a:lnTo>
                  <a:pt x="7812462" y="2656494"/>
                </a:lnTo>
                <a:lnTo>
                  <a:pt x="7161652" y="3958113"/>
                </a:lnTo>
                <a:lnTo>
                  <a:pt x="5468145" y="3958113"/>
                </a:lnTo>
                <a:lnTo>
                  <a:pt x="4817335" y="2656494"/>
                </a:lnTo>
                <a:close/>
                <a:moveTo>
                  <a:pt x="670479" y="1328247"/>
                </a:moveTo>
                <a:lnTo>
                  <a:pt x="2363986" y="1328247"/>
                </a:lnTo>
                <a:lnTo>
                  <a:pt x="3014796" y="2629867"/>
                </a:lnTo>
                <a:lnTo>
                  <a:pt x="2363986" y="3931486"/>
                </a:lnTo>
                <a:lnTo>
                  <a:pt x="670479" y="3931486"/>
                </a:lnTo>
                <a:lnTo>
                  <a:pt x="19669" y="2629867"/>
                </a:lnTo>
                <a:close/>
                <a:moveTo>
                  <a:pt x="3059481" y="0"/>
                </a:moveTo>
                <a:lnTo>
                  <a:pt x="4752988" y="0"/>
                </a:lnTo>
                <a:lnTo>
                  <a:pt x="5403798" y="1301620"/>
                </a:lnTo>
                <a:lnTo>
                  <a:pt x="4752988" y="2603239"/>
                </a:lnTo>
                <a:lnTo>
                  <a:pt x="3059481" y="2603239"/>
                </a:lnTo>
                <a:lnTo>
                  <a:pt x="2408671" y="130162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A48EC-F8F8-3BC0-639E-88C2E959041D}"/>
              </a:ext>
            </a:extLst>
          </p:cNvPr>
          <p:cNvSpPr txBox="1"/>
          <p:nvPr/>
        </p:nvSpPr>
        <p:spPr>
          <a:xfrm>
            <a:off x="604684" y="634181"/>
            <a:ext cx="47489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4800" dirty="0">
                <a:latin typeface="Algerian" panose="04020705040A02060702" pitchFamily="82" charset="0"/>
              </a:rPr>
              <a:t>JEWEL THOMAS </a:t>
            </a:r>
          </a:p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0D542-5E72-7BF5-6DAC-03291ACC3445}"/>
              </a:ext>
            </a:extLst>
          </p:cNvPr>
          <p:cNvSpPr txBox="1"/>
          <p:nvPr/>
        </p:nvSpPr>
        <p:spPr>
          <a:xfrm>
            <a:off x="693175" y="1460090"/>
            <a:ext cx="437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lgerian" panose="04020705040A02060702" pitchFamily="82" charset="0"/>
              </a:rPr>
              <a:t>BRANCH</a:t>
            </a:r>
            <a:r>
              <a:rPr lang="en-US" sz="4800" dirty="0">
                <a:latin typeface="Algerian" panose="04020705040A02060702" pitchFamily="82" charset="0"/>
              </a:rPr>
              <a:t>- AIML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2D6A6F-491E-EA0C-6E58-C5E5D0A68E83}"/>
              </a:ext>
            </a:extLst>
          </p:cNvPr>
          <p:cNvSpPr txBox="1"/>
          <p:nvPr/>
        </p:nvSpPr>
        <p:spPr>
          <a:xfrm>
            <a:off x="693175" y="2861187"/>
            <a:ext cx="68727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lgerian" panose="04020705040A02060702" pitchFamily="82" charset="0"/>
              </a:rPr>
              <a:t>TOPIC </a:t>
            </a:r>
            <a:r>
              <a:rPr lang="en-US" sz="4800" dirty="0">
                <a:latin typeface="Algerian" panose="04020705040A02060702" pitchFamily="82" charset="0"/>
              </a:rPr>
              <a:t>– ARTIFICIAL INTELLIGENCE IN HEALTHCARE</a:t>
            </a:r>
            <a:endParaRPr lang="en-IN" sz="4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36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3B97D8-932B-098B-22A9-26FACF8AA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AB4296-D7B8-5080-99FB-5B6585786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529940"/>
              </p:ext>
            </p:extLst>
          </p:nvPr>
        </p:nvGraphicFramePr>
        <p:xfrm>
          <a:off x="-9331" y="0"/>
          <a:ext cx="12201331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331">
                  <a:extLst>
                    <a:ext uri="{9D8B030D-6E8A-4147-A177-3AD203B41FA5}">
                      <a16:colId xmlns:a16="http://schemas.microsoft.com/office/drawing/2014/main" val="6788132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377428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458609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11684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996873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52879387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00135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96112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4400" dirty="0">
                          <a:latin typeface="Algerian" panose="04020705040A02060702" pitchFamily="82" charset="0"/>
                        </a:rPr>
                        <a:t>   </a:t>
                      </a:r>
                      <a:endParaRPr lang="en-IN" sz="4400" dirty="0">
                        <a:latin typeface="Algerian" panose="04020705040A02060702" pitchFamily="8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44572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99976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9895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02FD8C-F8AA-1449-FB72-8A678F0245BD}"/>
              </a:ext>
            </a:extLst>
          </p:cNvPr>
          <p:cNvSpPr txBox="1"/>
          <p:nvPr/>
        </p:nvSpPr>
        <p:spPr>
          <a:xfrm>
            <a:off x="149290" y="2782667"/>
            <a:ext cx="3900196" cy="25545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ARTIFICIAL INTELLIGENCE IN HEALTHCARE</a:t>
            </a:r>
            <a:endParaRPr lang="en-IN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42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1C9E9-9283-7979-08F5-58AD49EE0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5A9181-8089-5AD1-C9F8-577E0407DBB6}"/>
              </a:ext>
            </a:extLst>
          </p:cNvPr>
          <p:cNvSpPr txBox="1"/>
          <p:nvPr/>
        </p:nvSpPr>
        <p:spPr>
          <a:xfrm>
            <a:off x="242596" y="3135086"/>
            <a:ext cx="655009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4"/>
                </a:solidFill>
                <a:latin typeface="Algerian" panose="04020705040A02060702" pitchFamily="82" charset="0"/>
              </a:rPr>
              <a:t>Treatments are only  based on current study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4"/>
                </a:solidFill>
                <a:latin typeface="Algerian" panose="04020705040A02060702" pitchFamily="82" charset="0"/>
              </a:rPr>
              <a:t>Hard to find a doctor who knows you.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4"/>
                </a:solidFill>
                <a:latin typeface="Algerian" panose="04020705040A02060702" pitchFamily="82" charset="0"/>
              </a:rPr>
              <a:t>Lack of knowledge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4"/>
                </a:solidFill>
                <a:latin typeface="Algerian" panose="04020705040A02060702" pitchFamily="82" charset="0"/>
              </a:rPr>
              <a:t>Unexpected deaths due to human errors </a:t>
            </a:r>
            <a:endParaRPr lang="en-IN" sz="3200" dirty="0">
              <a:solidFill>
                <a:schemeClr val="accent4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6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C8018-0421-6826-3859-F05AD8DD9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6456785" cy="315957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981F15-4BB9-0CE7-4C70-F931A66DC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159576"/>
            <a:ext cx="5019870" cy="369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703918-3234-57A7-9EBD-7F3485B34F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784" y="-180780"/>
            <a:ext cx="5735216" cy="3159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BEDB96-4D77-9D66-07F7-6DB2D8FB90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073" y="3069184"/>
            <a:ext cx="5458409" cy="3698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D7FCEF-7771-1D63-8634-57B5FE3959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291" y="2932726"/>
            <a:ext cx="2491273" cy="41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8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EB7CED-E99F-9FB6-FFCB-3047B375C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1192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99E5DD-8D3E-B3C5-74EC-CBA6421897D2}"/>
              </a:ext>
            </a:extLst>
          </p:cNvPr>
          <p:cNvSpPr txBox="1"/>
          <p:nvPr/>
        </p:nvSpPr>
        <p:spPr>
          <a:xfrm>
            <a:off x="1129004" y="886408"/>
            <a:ext cx="36202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KYLIE GRIMES 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5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93B2D-8543-262C-CF80-0953D05DD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792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502429-6430-B074-73DA-762D4699219F}"/>
              </a:ext>
            </a:extLst>
          </p:cNvPr>
          <p:cNvSpPr txBox="1"/>
          <p:nvPr/>
        </p:nvSpPr>
        <p:spPr>
          <a:xfrm>
            <a:off x="7847045" y="279918"/>
            <a:ext cx="40961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Algerian" panose="04020705040A02060702" pitchFamily="82" charset="0"/>
              </a:rPr>
              <a:t>AI  IN DRUG DISCOVERY </a:t>
            </a:r>
            <a:endParaRPr lang="en-IN" sz="5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88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BC4FBD-A06E-E5CF-D575-55FC93A9B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83FB1C-4671-906C-D287-562CB7316BF1}"/>
              </a:ext>
            </a:extLst>
          </p:cNvPr>
          <p:cNvSpPr txBox="1"/>
          <p:nvPr/>
        </p:nvSpPr>
        <p:spPr>
          <a:xfrm>
            <a:off x="569167" y="111967"/>
            <a:ext cx="7940351" cy="923330"/>
          </a:xfrm>
          <a:prstGeom prst="rect">
            <a:avLst/>
          </a:prstGeom>
          <a:solidFill>
            <a:srgbClr val="00A53F"/>
          </a:solidFill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FFFF00"/>
                </a:solidFill>
                <a:latin typeface="Algerian" panose="04020705040A02060702" pitchFamily="82" charset="0"/>
              </a:rPr>
              <a:t>AI  IN DIAGNOSTICS</a:t>
            </a:r>
            <a:endParaRPr lang="en-IN" sz="5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12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50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jewelthomas1725@gmail.com</dc:creator>
  <cp:lastModifiedBy>jewelthomas1725@gmail.com</cp:lastModifiedBy>
  <cp:revision>5</cp:revision>
  <dcterms:created xsi:type="dcterms:W3CDTF">2024-10-10T16:41:45Z</dcterms:created>
  <dcterms:modified xsi:type="dcterms:W3CDTF">2024-10-11T17:28:56Z</dcterms:modified>
</cp:coreProperties>
</file>